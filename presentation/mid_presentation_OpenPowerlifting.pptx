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פי כ-6.8 יותר מתחרים נשקלים ממש מתחת לסף מחלקת-המשקל מאשר ממש מעליו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 (שורה לכל מתחרה בכל תחרות), 42 משתנים.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משתנים רציפים: משקל-גוף, משקלי-ניסיון, Total, Dots. משתנים קטגוריים: מין, ציוד, פדרציה, קטגוריית-משקל, Tested.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 עיקרי: אותו מתחרה מופיע בכמה תחרויות, אז במבחנים הפורמליים ניקח שורה אחת לכל מתחרה.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 שלנו: לא רק להראות את התופעה, אלא לבדוק אותה בצורה מסודרת, עם מודל ועם נקודת-בקרה.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ארבע השערות, סיפור אחד: H1/H2 הם "שני המספרים", H3/H4 הם גבולות-הכוח והניבוי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כיצד מתבטאת בנתונים ההתנהגות ה"מחושבת" של מתחרים בבחירת המשקל על המוט ובמשקל הגוף?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רק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ממשתני-השליטה (משקל,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 (רשת המוט): מודל שבודק אם המשקלים יושבים על רשת 2.5 ק"ג, עם מבחן GLRT (השוואת שני מודלים).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 (חיתוך-משקל): מבחן McCrary לקפיצה בצפיפות סביב הסף, עם נקודת-בקרה וניקוי מספרים-עגולים.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 (כוח מול משקל): רגרסיה שבודקת אם קנה-המידה שונה מ-2/3 ובין המינים (מבחן Wald).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מודל ניבוי-כוח, רגרסיה + Random Forest + סיווג, שנבדק על נתונים חדשים.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 המדגם ענק (כמעט 4 מיליון, עוצמה גבוהה), כמעט הכל יוצא "מובהק", אז מדגישים גודל-אפקט ורווח-סמך, לא p. תיקונים לבדיקות-מרובות: Bonferroni/Holm/Šidák (FWER) + BH (FDR).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‎(95% CI [96.19%, 96.21%])‎.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פי כ-6.8 יותר מתחרים נשקלים בדיוק מתחת לסף 83 ק"ג מאשר מעליו (גברים, IPF+USAPL). במספרים: יחס-לוג ‎+1.92 ± 0.04‎, גם אחרי ניקוי מספרים-עגולים. בבקרה שאינה סף (91 ק"ג) אין הצטברות כזו: ‎−0.21 ± 0.03‎. עקבי עם חיתוך-משקל; אישוש פורמלי (McCrary) בהמשך.</a:t>
            </a:r>
          </a:p>
        </p:txBody>
      </p:sp>
      <p:pic>
        <p:nvPicPr>
          <p:cNvPr id="6" name="Picture 5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הכוח גדל עם משקל-הגוף, אבל אחרת אצל גברים ונשים: ‎b≈0.72 (R²=0.36)‎ גברים / ‎0.49 (R²=0.19)‎ נשים, מול 2/3 בתאוריה. זה אומדן ראשוני; נבדוק פורמלית במבחן Wald.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691" y="2542032"/>
            <a:ext cx="7460311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הפרכה, אלומטריה (Wald), ומודל ניבוי-כוח (רגרסיה + Random Forest, R²/CV).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כל התוצאות יוצגו עם גודל-אפקט, רווחי-סמך, ותיקון להשוואות מרובות (FWER/FDR).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האסטרטגיה מותירה עקבות מדידים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