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015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10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איך מתחרי הרמת-כוח "משחקים" עם המספרים</a:t>
            </a:r>
          </a:p>
          <a:p>
            <a:pPr rtl="1" algn="ctr">
              <a:spcAft>
                <a:spcPts val="2200"/>
              </a:spcAft>
            </a:pPr>
            <a:r>
              <a:rPr sz="1900" b="0">
                <a:solidFill>
                  <a:srgbClr val="707070"/>
                </a:solidFill>
                <a:latin typeface="Arial"/>
              </a:rPr>
              <a:t>ניתוח סטטיסטי של OpenPowerlifting: מה הנתונים חושפים על גבולות הכוח</a:t>
            </a:r>
          </a:p>
          <a:p>
            <a:pPr rtl="1" algn="ctr">
              <a:spcAft>
                <a:spcPts val="2600"/>
              </a:spcAft>
            </a:pPr>
            <a:r>
              <a:rPr sz="2100" b="1">
                <a:solidFill>
                  <a:srgbClr val="C0531B"/>
                </a:solidFill>
                <a:latin typeface="Arial"/>
              </a:rPr>
              <a:t>פי כ-6.8 יותר מתחרים נשקלים ממש מתחת לסף מחלקת-המשקל מאשר ממש מעליו</a:t>
            </a:r>
          </a:p>
          <a:p>
            <a:pPr rtl="1" algn="ctr">
              <a:spcAft>
                <a:spcPts val="600"/>
              </a:spcAft>
            </a:pPr>
            <a:r>
              <a:rPr sz="2200" b="1">
                <a:solidFill>
                  <a:srgbClr val="222222"/>
                </a:solidFill>
                <a:latin typeface="Arial"/>
              </a:rPr>
              <a:t>אדיר אלמקייס · דוד לוין</a:t>
            </a:r>
          </a:p>
          <a:p>
            <a:pPr rtl="1" algn="ctr">
              <a:spcAft>
                <a:spcPts val="800"/>
              </a:spcAft>
            </a:pPr>
            <a:r>
              <a:rPr sz="1600" b="0">
                <a:solidFill>
                  <a:srgbClr val="707070"/>
                </a:solidFill>
                <a:latin typeface="Arial"/>
              </a:rPr>
              <a:t>תאוריה סטטיסטית · פרויקט סוף · מצגת אמצע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5532120"/>
            <a:ext cx="4114800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נתוני המחקר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מקור: OpenPowerlifting, מאגר פתוח של תוצאות תחרויות הרמת-כוח (רישיון CC0).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היקף: כ-3.94 מיליון תוצאות, 42 משתנים. יחידת-התצפית: שורה לכל מתחרה בכל תחרות.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אתגר עיקרי (אי-תלות): אותו מתחרה מופיע בכמה תחרויות, אז במבחנים הפורמליים ניקח שורה אחת לכל מתחרה.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שומרים גרסת-נתונים קבועה לשחזור.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עיקרי העבודה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3/9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1800"/>
              </a:spcAft>
            </a:pPr>
            <a:r>
              <a:rPr sz="2200" b="1">
                <a:solidFill>
                  <a:srgbClr val="2E86C1"/>
                </a:solidFill>
                <a:latin typeface="Arial"/>
              </a:rPr>
              <a:t>הרעיון: שני המספרים שהמתחרה שולט בהם, המוט והמאזניים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רקע: בהרמת-כוח שלוש הרמות (סקוואט, בנץ', דדליפט), שלושה ניסיונות לכל הרמה, והתחרות בתוך קטגוריות משקל-גוף.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מתחרה שולט בדיוק בשני מספרים: המשקל על המוט (בחירת ניסיונות) ומשקל הגוף (בשקילה).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התרומה שלנו: לא רק להראות את התופעה, אלא לבדוק אותה בצורה מסודרת, עם מודל ועם נקודת-בקרה.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שאלת החקר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1800"/>
              </a:spcAft>
            </a:pPr>
            <a:r>
              <a:rPr sz="2200" b="1">
                <a:solidFill>
                  <a:srgbClr val="2E86C1"/>
                </a:solidFill>
                <a:latin typeface="Arial"/>
              </a:rPr>
              <a:t>שאלת המחקר: כיצד מתחרי הרמת-כוח "משחקים" עם שני המספרים שבשליטתם (המוט והמאזניים), ומה הדפוסים מגלים על גבולות הכוח?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ארבע ההשערות מפרקות את השאלה: H1/H2 הם "שני המספרים", H3/H4 הם גבולות-הכוח והניבוי.</a:t>
            </a:r>
          </a:p>
          <a:p>
            <a:pPr rtl="1" algn="r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◦  H1: משקלי הניסיון אינם רציפים אלא נופלים כמעט תמיד על רשת 2.5 ק"ג.</a:t>
            </a:r>
          </a:p>
          <a:p>
            <a:pPr rtl="1" algn="r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◦  H2: הצטברות משקל-גוף ממש מתחת לסף קטגוריית-המשקל (עקבי עם חיתוך-משקל).</a:t>
            </a:r>
          </a:p>
          <a:p>
            <a:pPr rtl="1" algn="r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◦  H3: קנה-המידה האלומטרי (כוח מול משקל-גוף) שונה בין המינים.</a:t>
            </a:r>
          </a:p>
          <a:p>
            <a:pPr rtl="1" algn="r"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◦  H4 (לעבודה הסופית): כמה מהכוח ניתן לנבא ממשתנים בסיסיים (משקל-גוף, ציוד, מין, גיל)?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שיטות החקר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5/9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H1 (רשת המוט): מודל שבודק אם המשקלים יושבים על רשת 2.5 ק"ג, עם מבחן GLRT (השוואת שני מודלים).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H2 (חיתוך-משקל): מבחן McCrary לקפיצה בצפיפות סביב הסף, עם נקודת-בקרה וניקוי מספרים-עגולים.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H3 (כוח מול משקל): רגרסיה שבודקת אם קנה-המידה שונה מ-2/3, ואם הוא שונה בין המינים (מבחן Wald).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H4 (לעבודה הסופית): מודל ניבוי-כוח, רגרסיה + Random Forest + סיווג, שנבדק על נתונים חדשים.</a:t>
            </a:r>
          </a:p>
          <a:p>
            <a:pPr rtl="1" algn="r">
              <a:spcAft>
                <a:spcPts val="1400"/>
              </a:spcAft>
            </a:pPr>
            <a:r>
              <a:rPr sz="1950" b="0">
                <a:solidFill>
                  <a:srgbClr val="222222"/>
                </a:solidFill>
                <a:latin typeface="Arial"/>
              </a:rPr>
              <a:t>•  כי המדגם ענק (כמעט 4 מיליון, עוצמה גבוהה), כמעט הכל יוצא "מובהק", אז מדגישים גודל-אפקט ורווח-סמך, לא p. מיישמים גם תיקון להשוואות מרובות.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תוצאות ראשוניות (1): רשת ה-2.5 ק"ג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משקלי הניסיון אינם רציפים: 96.2% מתוך 13.4 מיליון ניסיונות בדיוק על רשת ה-2.5 ק"ג ‎(95% CI [96.19%, 96.21%])‎.</a:t>
            </a:r>
          </a:p>
        </p:txBody>
      </p:sp>
      <p:pic>
        <p:nvPicPr>
          <p:cNvPr id="6" name="Picture 5" descr="fig_quan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780" y="2542032"/>
            <a:ext cx="7106134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תוצאות ראשוניות (2): חיתוך-משקל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7/9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spcAft>
                <a:spcPts val="0"/>
              </a:spcAft>
            </a:pPr>
            <a:r>
              <a:rPr sz="2100" b="1">
                <a:solidFill>
                  <a:srgbClr val="C0531B"/>
                </a:solidFill>
                <a:latin typeface="Arial"/>
              </a:rPr>
              <a:t>סף אמיתי 83 ק"ג → הצטברות · בקרה 91 ק"ג → אין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110916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פי כ-6.8 יותר מתחת לסף 83 ק"ג מאשר מעליו (גברים, IPF+USAPL): יחס-לוג ‎+1.92 ± 0.04‎, גם אחרי ניקוי מספרים-עגולים. בבקרה 91 ק"ג: ‎−0.21 ± 0.03‎. עקבי עם חיתוך-משקל; אישוש פורמלי (McCrary) בהמשך.</a:t>
            </a:r>
          </a:p>
        </p:txBody>
      </p:sp>
      <p:pic>
        <p:nvPicPr>
          <p:cNvPr id="7" name="Picture 6" descr="fig_bu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581" y="3017520"/>
            <a:ext cx="7606532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תוצאות ראשוניות (3): קנה-מידה אלומטרי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8/9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הכוח גדל עם משקל-הגוף, אבל אחרת אצל גברים ונשים: ‎b≈0.72 (R²=0.36)‎ גברים / ‎0.49 (R²=0.19)‎ נשים, מול 2/3 בתאוריה. זה אומדן ראשוני; נבדוק פורמלית במבחן Wald.</a:t>
            </a:r>
          </a:p>
        </p:txBody>
      </p:sp>
      <p:pic>
        <p:nvPicPr>
          <p:cNvPr id="6" name="Picture 5" descr="fig_all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746" y="2542032"/>
            <a:ext cx="8690202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מסקנות ראשוניות וסיכום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תאוריה סטטיסטית · פרויקט סוף · OpenPowerlifting · 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Arial"/>
              </a:rPr>
              <a:t>•  שני המספרים שהמתחרה שולט בהם נראים בבירור: רשת ה-2.5 ק"ג (המוט), והצטברות מתחת לספים (משקל גוף).</a:t>
            </a:r>
          </a:p>
          <a:p>
            <a:pPr rtl="1" algn="r"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Arial"/>
              </a:rPr>
              <a:t>•  ההצטברות שורדת ניקוי-עיגול ונעדרת בנקודת-בקרה: אינדיקציה ראשונית מעודדת (טרם מבוססת).</a:t>
            </a:r>
          </a:p>
          <a:p>
            <a:pPr rtl="1" algn="r"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Arial"/>
              </a:rPr>
              <a:t>•  הצעדים הבאים: McCrary פורמלי + בדיקות-עמידות (פלצבו), אלומטריה (Wald), ומודל ניבוי-כוח (רגרסיה + Random Forest, R²/CV).</a:t>
            </a:r>
          </a:p>
          <a:p>
            <a:pPr rtl="1" algn="r">
              <a:spcAft>
                <a:spcPts val="1400"/>
              </a:spcAft>
            </a:pPr>
            <a:r>
              <a:rPr sz="1900" b="1">
                <a:solidFill>
                  <a:srgbClr val="1F3864"/>
                </a:solidFill>
                <a:latin typeface="Arial"/>
              </a:rPr>
              <a:t>המסקנה: האסטרטגיה מותירה עקבות מדידות בנתונים, ואנחנו עוברים מתיאור, למבחן, לניבוי.</a:t>
            </a:r>
          </a:p>
          <a:p>
            <a:pPr rtl="1" algn="ctr">
              <a:spcAft>
                <a:spcPts val="0"/>
              </a:spcAft>
            </a:pPr>
            <a:r>
              <a:rPr sz="2400" b="1">
                <a:solidFill>
                  <a:srgbClr val="2E86C1"/>
                </a:solidFill>
                <a:latin typeface="Arial"/>
              </a:rPr>
              <a:t>תודה! שאלות?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800" b="1">
                <a:solidFill>
                  <a:srgbClr val="1F3864"/>
                </a:solidFill>
                <a:latin typeface="Arial"/>
              </a:rPr>
              <a:t>גיבוי · למה לא מבחני-נורמליות פורמליים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Arial"/>
              </a:rPr>
              <a:t>שקף גיבוי · לא מוצג במצגת הראשית · נשלף רק לשאלה על הנחות-המודל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המבחנים המרכזיים שלנו לא נשענים על נורמליות: GLRT על מודל בדיד (H1), McCrary על צפיפות (H2), ולמידת-מכונה (H4). ברגרסיית האלומטריה (H3) השאריות אינן נורמליות לחלוטין (זנב-תחתון כבד), אבל אמידת-השיפוע תקפה בזכות משפט-הגבול-המרכזי, ומבחן-נורמליות פורמלי דוחה ב-n ענק כל סטייה זעירה (בדיוק כמו p): לכן מובילים בגודל-אפקט וברווח-סמך.</a:t>
            </a:r>
          </a:p>
        </p:txBody>
      </p:sp>
      <p:pic>
        <p:nvPicPr>
          <p:cNvPr id="6" name="Picture 5" descr="fig_normality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126" y="2971800"/>
            <a:ext cx="7655441" cy="32918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