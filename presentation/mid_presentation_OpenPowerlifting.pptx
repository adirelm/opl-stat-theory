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96.2% מ-13.4 מיליון ניסיונות נופלים בדיוק על רשת 2.5 ק"ג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 רציפים: משקל-גוף, משקלי-ניסיון, Total, Dots. משתנים קטגוריים: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אתגרים וטיפול: אותו מתחרה מופיע בכמה תחרויות (תלות בין שורות), ולכן המבחנים הפורמליים ירוצו עם שורה אחת לכל מתחרה; התוצאות הראשוניות כאן הן ברמת ניסיון בודד.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התרומה: לא רק לתאר, אלא מודל-הסתברות מקורי לרשת-המשקלים, ומבחן-מניפולציה עם נקודת-בקרה ו-de-heaping.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אחד: H1/H2 הם "שני המספרים", H3/H4 הם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ממשתני-השליטה (משקל,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H1: מודל נראות עם עיגול-רשת (rounded-likelihood MLE) + מבחן יחס-נראות מוכלל (GLRT, דחיית H0 לערכים גדולים).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H2: מבחן אי-רציפות-צפיפות (McCrary) + מערך-הפרכה (נקודת-בקרה, פלצבו, de-heaping).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H3: רגרסיה log-log + מבחן Wald מול 2/3, עם SE חסין ואיבר-אינטראקציה Sex×log(BW).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רגרסיה מרובה + Random Forest (+ סיווג logistic ל-made-weight), הערכה ב-R²/RMSE ו-CV מקובץ לפי-מתחרה.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תיקון להשוואות מרובות: Bonferroni/Holm/Šidák (FWER) + Benjamini-Hochberg (FDR). בגלל n≈3.9M מובילים בגודל-אפקט+CI,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(95% CI [96.19%, 96.21%]).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מתחת לסף 83 ק"ג (מחלקות IPF+USAPL, גברים) הצטברות חדה: יחס-לוג לאחר ניקוי-עיגול (כבר הוחל) +1.92 ± 0.04, כלומר פי ~6.8 ממש-מתחת לעומת ממש-מעל. בבקרה שאינה סף (91 ק"ג): −0.21 ± 0.03.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קנה-המידה שונה בין המינים: b≈0.72 (R²=0.36) גברים / 0.49 (R²=0.19) נשים, מול 2/3 האיזומטרי (רווח-סמך ל-b צר מאוד, ±&lt;0.01, בגלל n עצום). ייבדק פורמלית במבחן Wald (SE חסין); b&lt;0.5 לנשים הוא אומדן ראשוני, ייתכן אפקט טווח-משקל.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אסטרטגיה משאירה טביעת-אצבע מדידה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