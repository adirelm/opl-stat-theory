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עיקרי: אותו מתחרה מופיע בכמה תחרויות, אז במבחנים הפורמליים ניקח שורה אחת לכל מתחרה.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תיקונים לבדיקות-מרובות: Bonferroni/Holm/Šidák (FWER) + BH (FDR).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מתחרים נשקלים בדיוק מתחת לסף 83 ק"ג מאשר מעליו (גברים, IPF+USAPL). במספרים: יחס-לוג ‎+1.92 ± 0.04‎, גם אחרי ניקוי מספרים-עגולים. בבקרה שאינה סף (91 ק"ג) אין הצטברות כזו: ‎−0.21 ± 0.03‎.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