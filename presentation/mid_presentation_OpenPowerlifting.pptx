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OpenPowerlifting: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פי כ-6.8 יותר מתחרים נשקלים ממש מתחת לסף מחלקת-המשקל מאשר ממש מעליו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·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OpenPowerlifting,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 (שורה לכל מתחרה בכל תחרות), 42 משתנים.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משתנים רציפים: משקל-גוף, משקלי-ניסיון, Total, Dots. משתנים קטגוריים: מין, ציוד, פדרציה, קטגוריית-משקל, Tested.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אתגרים וטיפול: אותו מתחרה מופיע בכמה תחרויות (תלות בין שורות), ולכן המבחנים הפורמליים ירוצו עם שורה אחת לכל מתחרה; התוצאות הראשוניות כאן הן ברמת ניסיון בודד. שומרים גרסת-נתונים קבועה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בהם,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התרומה: לא רק לתאר, אלא מודל-הסתברות מקורי לרשת-המשקלים, ומבחן-מניפולציה עם נקודת-בקרה וניקוי-עיגול.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ארבע השערות, סיפור אחד: H1/H2 הם "שני המספרים", H3/H4 הם גבולות-הכוח והניבוי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כיצד מתבטאת בנתונים ההתנהגות ה"מחושבת" של מתחרים בבחירת המשקל על המוט ובמשקל הגוף?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H1: משקלי הניסיון אינם רציפים אלא נופלים רק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H2: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H3: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(לעבודה הסופית): כמה מהכוח ניתן לנבא ממשתני-השליטה (משקל,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H1: מודל נראות עם עיגול-רשת (rounded-likelihood MLE) + מבחן יחס-נראות מוכלל (GLRT, דחיית H0 לערכים גדולים).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H2: מבחן אי-רציפות-צפיפות (McCrary) + מערך-הפרכה (נקודת-בקרה, פלצבו, de-heaping).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H3: רגרסיה log-log + מבחן Wald מול 2/3, עם SE חסין ואיבר-אינטראקציה Sex×log(BW).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רגרסיה מרובה + Random Forest (+ סיווג logistic ל-made-weight), הערכה ב-R²/RMSE ו-CV מקובץ לפי-מתחרה.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תיקון להשוואות מרובות: Bonferroni/Holm/Šidák (FWER) + Benjamini-Hochberg (FDR). בגלל n≈3.94M (עוצמה גבוהה → כמעט הכל "מובהק") מדגישים גודל-אפקט ו-CI, לא 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‎(95% CI [96.19%, 96.21%])‎.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מתחת לסף 83 ק"ג (IPF+USAPL, גברים; סכמת-מחלקות אחידה) הצטברות חדה: יחס-לוג לאחר ניקוי-עיגול (כבר הוחל) ‎+1.92 ± 0.04‎, כלומר פי כ-6.8 ממש-מתחת לעומת ממש-מעל. בבקרה שאינה סף (91 ק"ג): ‎−0.21 ± 0.03‎. עקבי עם חיתוך-משקל; אישוש פורמלי (McCrary) בהמשך.</a:t>
            </a:r>
          </a:p>
        </p:txBody>
      </p:sp>
      <p:pic>
        <p:nvPicPr>
          <p:cNvPr id="6" name="Picture 5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קנה-המידה שונה בין המינים: ‎b≈0.72 (R²=0.36)‎ גברים / ‎0.49 (R²=0.19)‎ נשים, מול 2/3 האיזומטרי (רווח-הסמך ל-b צר מאוד, ‎±&lt;0.01‎, בגלל n עצום). ייבדק פורמלית במבחן Wald (SE חסין); ‎b&lt;0.5‎ לנשים הוא אומדן ראשוני, ייתכן אפקט טווח-משקל.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691" y="2542032"/>
            <a:ext cx="7460311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בנקודת-בקרה: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הפרכה, אלומטריה (Wald), ומודל ניבוי-כוח (רגרסיה + Random Forest, R²/CV).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 התוצאות יוצגו עם גודל-אפקט, רווחי-סמך, ותיקון להשוואות מרובות (FWER/FDR).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האסטרטגיה מותירה עקבות מדידים בנתונים, ואנחנו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