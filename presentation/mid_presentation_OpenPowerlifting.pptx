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ctr">
              <a:spcAft>
                <a:spcPts val="1400"/>
              </a:spcAft>
            </a:pPr>
            <a:r>
              <a:rPr sz="40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800"/>
              </a:spcAft>
            </a:pPr>
            <a:r>
              <a:rPr sz="2000" b="0">
                <a:solidFill>
                  <a:srgbClr val="606060"/>
                </a:solidFill>
                <a:latin typeface="Arial"/>
              </a:rPr>
              <a:t>ניתוח סטטיסטי של OpenPowerlifting - ומה הנתונים חושפים על גבולות הכוח באוכלוסיית המתחרים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700" b="0">
                <a:solidFill>
                  <a:srgbClr val="606060"/>
                </a:solidFill>
                <a:latin typeface="Arial"/>
              </a:rPr>
              <a:t>תאוריה סטטיסטית · פרויקט סוף - מצגת אמצע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מקור: OpenPowerlifting - מאגר פתוח של תוצאות תחרויות הרמת-כוח (רישיון CC0).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41 משתנים.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משתנים: רציפים - משקל-גוף, משקלי-ניסיון, Total, Dots; קטגוריים - מין, ציוד, פדרציה, מקטע-משקל, Tested.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הנתונים כבר הורדו ועובדו - כל המספרים בהמשך הם תוצאות אמת ראשוניות.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 - והמחיר שהוא משלם עליהם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מתחרה שולט בשני מספרים בלבד: המשקל על המוט (בחירת הניסיונות) ומשקל הגוף (בשקילה).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אנחנו בוחנים איך הוא "משחק" עם שניהם - ומה ניתן ללמוד מכך על גבולות הכוח באוכלוסיית המתחרים.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- בבחירת המשקל על המוט ובמשקל הגוף?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ומה ניתן ללמוד מכך (וממגבלות הנתונים) על מבנה הכוח וגבולותיו באוכלוסיית המתחרים?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השערות מרכזיות:</a:t>
            </a:r>
          </a:p>
          <a:p>
            <a:pPr rtl="1" algn="r"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◦  H1 - משקלי הניסיון אינם רציפים אלא נופלים רק על כפולות של 2.5 ק"ג (רשת הפלטות).</a:t>
            </a:r>
          </a:p>
          <a:p>
            <a:pPr rtl="1" algn="r"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◦  H2 - מתחרים "חותכים משקל" כדי לנחות בדיוק מתחת לסף מקטע-המשקל.</a:t>
            </a:r>
          </a:p>
          <a:p>
            <a:pPr rtl="1" algn="r"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◦  משניות: מבנה התפלגות הכוח, וקנה-המידה האלומטרי.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H1 (רשת המשקלים): מודל נראות עם עיגול-רשת (rounded-likelihood MLE) + מבחן יחס-נראות מקונן (GLRT).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H2 (חיתוך-משקל): מבחן אי-רציפות-צפיפות (McCrary) סביב הסף + בדיקות הפרכה - פלצבו, de-heaping, ומינון-תגובה.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כלים תומכים: רגרסיה אלומטרית (מבחן Wald), מתאמים, וערכי-קיצון (EVT).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דגש: בגלל n≈3.9M כמעט הכל "מובהק" - לכן מובילים בגודל-אפקט וברווח-סמך, לא ב-p.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יושבים בדיוק על רשת ה-2.5 ק"ג.</a:t>
            </a:r>
          </a:p>
        </p:txBody>
      </p:sp>
      <p:pic>
        <p:nvPicPr>
          <p:cNvPr id="5" name="Picture 4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793" y="2468880"/>
            <a:ext cx="7924107" cy="42519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מתחת לסף 83 ק"ג (מחלקת IPF) הצטברות בולטת (יחס-לוג +1.92, שורד ניקוי מספרים-עגולים); בנקודת-בקרה שאינה סף (91 ק"ג) אין עודף (≈ -0.21). אינדיקציה ראשונית לחיתוך-משקל; אישוש פורמלי (McCrary, de-heaping) בהמשך.</a:t>
            </a:r>
          </a:p>
        </p:txBody>
      </p:sp>
      <p:pic>
        <p:nvPicPr>
          <p:cNvPr id="5" name="Picture 4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473" y="2468880"/>
            <a:ext cx="9492747" cy="42519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נוספות: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קנה-המידה שונה בין המינים: b≈0.72 (גברים) / 0.49 (נשים) - הנשים הרבה מתחת ל-2/3 האיזומטרי. אומדן ראשוני (OLS); מבחן פורמלי מול 2/3 בהמשך.</a:t>
            </a:r>
          </a:p>
        </p:txBody>
      </p:sp>
      <p:pic>
        <p:nvPicPr>
          <p:cNvPr id="5" name="Picture 4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7" y="2468880"/>
            <a:ext cx="8503919" cy="42519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מתחת לסף שורדת ניקוי-עיגול ונעדרת בנקודת-בקרה - אינדיקציה ראשונית מעודדת (טרם מבוססת).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מבחן McCrary פורמלי + de-heaping, מבנה התפלגות הכוח, ואומדן תקרת-כוח (EVT).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לבדיקות מרובות.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