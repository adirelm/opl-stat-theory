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תוצאות, 42 משתנים. יחידת-התצפית: שורה לכל מתחרה בכל תחרות.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 (אי-תלות): אותו מתחרה מופיע בכמה תחרויות, אז במבחנים הפורמליים ניקח שורה אחת לכל 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שאלת המחקר: כיצד מתחרי הרמת-כוח "משחקים" עם שני המספרים שבשליטתם (המוט והמאזניים), ומה הדפוסים מגלים על גבולות הכוח?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ארבע ההשערות מפרקות את השאלה: H1/H2 הם "שני המספרים", H3/H4 הם גבולות-הכוח והניבוי.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מיישמים גם תיקון להשוואות מרובות.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>
              <a:spcAft>
                <a:spcPts val="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סף אמיתי 83 ק"ג: הצטברות · בקרה 91 ק"ג: אין הצטברות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מתחת לסף 83 ק"ג מאשר מעליו (גברים, IPF+USAPL): יחס-לוג ‎+1.92 ± 0.04‎, גם אחרי ניקוי מספרים-עגולים. בבקרה 91 ק"ג: ‎−0.21 ± 0.03‎. עקבי עם חיתוך-משקל; אישוש פורמלי (McCrary) בהמשך.</a:t>
            </a:r>
          </a:p>
        </p:txBody>
      </p:sp>
      <p:pic>
        <p:nvPicPr>
          <p:cNvPr id="7" name="Picture 6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581" y="3017520"/>
            <a:ext cx="760653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2800" b="1">
                <a:solidFill>
                  <a:srgbClr val="1F3864"/>
                </a:solidFill>
                <a:latin typeface="Arial"/>
              </a:rPr>
              <a:t>נספח · למה לא מבחני-נורמליות פורמליים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נספח · לא מוצג במצגת הראשית · נשלף רק לשאלה על הנחות-המודל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המבחנים המרכזיים שלנו לא נשענים על נורמליות: GLRT על מודל בדיד (H1), McCrary על צפיפות (H2), ולמידת-מכונה (H4). ברגרסיית האלומטריה (H3) השאריות אינן נורמליות לחלוטין (זנב-תחתון כבד), אבל אמידת-השיפוע תקפה אסימפטוטית במדגם ענק (במיוחד עם SE חסין/מקובץ לפי מתחרה), ומבחן-נורמליות פורמלי דוחה ב-n ענק כל סטייה זעירה (בדיוק כמו p): לכן מובילים בגודל-אפקט וברווח-סמך.</a:t>
            </a:r>
          </a:p>
        </p:txBody>
      </p:sp>
      <p:pic>
        <p:nvPicPr>
          <p:cNvPr id="6" name="Picture 5" descr="fig_normality_ba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26" y="2971800"/>
            <a:ext cx="7655441" cy="32918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OpenPowerlifting: Gaming the Two Numbers (mid-presentation)</dc:title>
  <dc:subject/>
  <dc:creator>Adir Elmakais, David Levin</dc:creator>
  <cp:keywords/>
  <dc:description/>
  <cp:lastModifiedBy>Adir Elmakais</cp:lastModifiedBy>
  <cp:revision>2</cp:revision>
  <dcterms:created xsi:type="dcterms:W3CDTF">2026-06-21T16:10:00Z</dcterms:created>
  <dcterms:modified xsi:type="dcterms:W3CDTF">2026-06-21T16:10:00Z</dcterms:modified>
  <cp:category/>
</cp:coreProperties>
</file>