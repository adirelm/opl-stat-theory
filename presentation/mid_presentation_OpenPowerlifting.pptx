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 —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96.2% מ-13.4 מיליון ניסיונות נופלים בדיוק על רשת 2.5 ק"ג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—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 —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 (שורה לכל מתחרה בכל תחרות), 42 משתנים.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משתנים: רציפים — משקל-גוף, משקלי-ניסיון, Total, Dots; קטגוריים — מין, ציוד, פדרציה, קטגוריית-משקל, Tested.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אתגרים וטיפול: אותו מתחרה מופיע בכמה תחרויות (תלות בין שורות) → המבחנים הפורמליים ירוצו עם dedup לפי-מתחרה; התוצאות הראשוניות כאן ברמת-ניסיון/שורה. נועלים snapshot של הנתונים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 —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התרומה: לא רק לתאר — אלא מודל-הסתברות מקורי לרשת-המשקלים, ומבחן-מניפולציה עם נקודת-בקרה ו-de-heaping.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ארבע השערות, סיפור אחד — H1/H2 "שני המספרים", ו-H3/H4 גבולות-הכוח והניבוי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כיצד מתבטאת בנתונים ההתנהגות ה"מחושבת" של מתחרים — בבחירת המשקל על המוט ובמשקל הגוף?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 — משקלי הניסיון אינם רציפים אלא נופלים רק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 —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 —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— ניבוי (לעבודה הסופית): כמה מהכוח ניתן לנבא ממשתני-השליטה (משקל,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H1: מודל נראות עם עיגול-רשת (rounded-likelihood MLE) + מבחן יחס-נראות מוכלל (GLRT, דחיית H0 לערכים גדולים).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H2: מבחן אי-רציפות-צפיפות (McCrary) + מערך-הפרכה — נקודת-בקרה, פלצבו, ו-de-heaping.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H3: רגרסיה log-log + מבחן Wald מול 2/3, עם SE חסין ואיבר-אינטראקציה Sex×log(BW).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רגרסיה מרובה + Random Forest (+ סיווג logistic ל-made-weight), הערכה ב-R²/RMSE ו-CV מקובץ לפי-מתחרה.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תיקון להשוואות מרובות: Bonferroni/Holm/Šidák (FWER) + Benjamini-Hochberg (FDR). בגלל n≈3.9M מובילים בגודל-אפקט+CI, לא ב-p.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(95% CI [96.19%, 96.21%]).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מתחת לסף 83 ק"ג (מחלקות IPF+USAPL, גברים) הצטברות חדה: יחס-לוג לאחר ניקוי-עיגול (כבר הוחל) +1.92 ± 0.04 — פי ~6.8 ממש-מתחת לעומת ממש-מעל. בבקרה שאינה סף (91 ק"ג): −0.21 ± 0.03. עקבי עם חיתוך-משקל; אישוש פורמלי (McCrary) בהמשך.</a:t>
            </a:r>
          </a:p>
        </p:txBody>
      </p:sp>
      <p:pic>
        <p:nvPicPr>
          <p:cNvPr id="6" name="Picture 5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קנה-המידה שונה בין המינים: b≈0.72 (R²=0.36) גברים / 0.49 (R²=0.19) נשים, מול 2/3 האיזומטרי (רווח-סמך ל-b צר מאוד, ±&lt;0.01 — n עצום). ייבדק פורמלית במבחן Wald (SE חסין); b&lt;0.5 לנשים — אומדן ראשוני, ייתכן אפקט טווח-משקל.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691" y="2542032"/>
            <a:ext cx="7460311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 —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הפרכה, אלומטריה (Wald), ומודל ניבוי-כוח (רגרסיה + Random Forest, R²/CV).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 התוצאות יוצגו עם גודל-אפקט, רווחי-סמך, ותיקון להשוואות מרובות (FWER/FDR).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אסטרטגיה משאירה טביעת-אצבע מדידה בנתונים — 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